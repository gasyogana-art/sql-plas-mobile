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291840" cy="329184"/>
          </a:xfrm>
          <a:prstGeom prst="roundRect">
            <a:avLst/>
          </a:prstGeom>
          <a:solidFill>
            <a:srgbClr val="1BB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PANDUAN PRAKTIKUM MANDIRI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Tutorial Penggunaan Mobile VPLAS Verilog</a:t>
            </a:r>
          </a:p>
          <a:p>
            <a:pPr>
              <a:spcBef>
                <a:spcPts val="400"/>
              </a:spcBef>
              <a:defRPr sz="1800">
                <a:solidFill>
                  <a:srgbClr val="1BBC9B"/>
                </a:solidFill>
              </a:defRPr>
            </a:pPr>
            <a:r>
              <a:t>Panduan Praktis Pembelajaran Mandiri Desain Sirkuit Digital &amp; Sintaks Verilog HDL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2C3E50"/>
          </a:solidFill>
          <a:ln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BC9B"/>
                </a:solidFill>
              </a:defRPr>
            </a:pPr>
            <a:r>
              <a:t>Tahapan Eksplorasi Soal &amp; Kode: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1]  Halaman Utama: Problems List &amp; Navigasi Soal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2]  Anatomi Soal: Diagram Sirkuit &amp; Knowledge Point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3]  Pengisian Kode Verilog: Dropdown &amp; Fitur Auto-Sizing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926080"/>
            <a:ext cx="5120640" cy="3383280"/>
          </a:xfrm>
          <a:prstGeom prst="roundRect">
            <a:avLst/>
          </a:prstGeom>
          <a:solidFill>
            <a:srgbClr val="2C3E50"/>
          </a:solidFill>
          <a:ln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BC9B"/>
                </a:solidFill>
              </a:defRPr>
            </a:pPr>
            <a:r>
              <a:t>Tahapan Pertanyaan &amp; Ketuntasan: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4]  Menjawab Pertanyaan: Murni Pilihan Ganda (Tanpa Text Box)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5]  Menu End: Ringkasan Sesi &amp; Ketuntasan Belajar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[Keunggulan]  100% Offline, Bebas Typo, Teks Utuh &amp; Ramah Sentuhan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1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Halaman Utama: Problems List &amp; Navigasi Soal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Daftar 22 Soal Bab 1 &amp; Status Pengerjaan Real-Time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Daftar 22 Soal Terstruktur Bab 1: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1-5  : Port wire, continuous assign, modul NOT gate.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6-11 : Gerbang logika AND, OR, XOR, NAND, NOR.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12-16: Multiplexer 2-to-1, Decoder, Adder, Subtractor.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17-22: Rangkaian sekuensial Flip-Flop, Counter, &amp; FSM.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Badge Remark Status di Sisi Kanan Baris: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Not Attempted (Polos): Belum pernah dikerjakan.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Tried (Kuning): Pernah dicoba namun belum sempurna.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Completed (Hijau): Sempurna (100% Benar / All Correct).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Bilah Progres Sesi &amp; Jalan Pintas TOP: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Kartu Progres di bagian atas menghitung capaian (misal: 22/22) secara real-time.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Tombol 'TOP' di AppBar untuk jalan pintas kembali ke puncak daftar.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Cukup ketuk baris soal untuk membuka layar pengerjaan.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problem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Tampilan Halaman Utama: Daftar 22 Soal &amp; Bilah Progres Pengerjaan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2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Anatomi Soal: Diagram Sirkuit &amp; Knowledge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Pemahaman Visual Skema Rangkaian &amp; Konsep Teori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Circuit Diagrams &amp; Waveforms di Posisi Paling Atas Layar: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Gambar skema sirkuit dan gelombang timing selalu muncul di bagian teratas sebelum kode Verilog.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Membantu mahasiswa menganalisis keterhubungan pin dan sinyal logika terlebih dahulu.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Fitur Zoom Interaktif: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Dilengkapi gestur cubit (Pinch to Zoom) dan double-tap untuk memperbesar detail sinyal maupun teks skema.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Kartu Teori 'Knowledge Point':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Merangkum konsep kunci Verilog penting yang sedang diuji pada soal tersebut (misal: aturan continuous assign, port wire, dll.).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4. Editor Kode Verilog HDL: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Blok modul rapi bertema gelap dengan penomoran baris untuk mempermudah identifikasi bagian rumpang.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rilog_CH1_question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Diagram Skema Rangkaian di Posisi Teratas Layar Soal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3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Tutorial Pengisian Kode: Dropdown &amp; Auto-Sizing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Pengisian Isian Kode Verilog Cerdas &amp; Teks Utuh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Metode 1: Dropdown pada Baris Kode Verilog: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Perhatikan kotak isian [ Blank_X v ] pada baris kode editor.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Ketuk langsung kotak isian tersebut pada baris kode.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Modal Bottom Sheet akan muncul dari bawah layar menampilkan pilihan opsi A, B, C, D.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Ketuk opsi yang diinginkan -&gt; Jawaban langsung terpasang pada kode.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Fitur Cerdas Auto-Sizing (Teks Tampil Penuh):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Kotak isian otomatis melebar menyesuaikan panjang kata yang dipilih.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Kata pendek ('reg', 'b') maupun kata panjang ('assign', 'endmodule') selalu tampil 100% utuh tanpa huruf terpotong setengah.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Metode 2: Kartu ChoiceChips di Bawah Kode: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Mengelompokkan pilihan isian kode dalam kartu khusus.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Sinkronisasi Dua Arah: Memilih chip seketika memperbarui kode di atasnya.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code_bl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Pengisian Kode: Modal Bottom Sheet &amp; Kotak Isian Auto-Sizing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4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Menjawab Pertanyaan: Murni Pilihan Ganda (No Text Box)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Desain Murni Pilihan Ganda Responsif &amp; Bebas Typo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Bebas Kotak Ketik Teks (No Text Box Clutter):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Seluruh kotak input teks manual telah ditiadakan dari halaman soal.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Layar tetap bersih dan bebas dari gangguan keyboard virtual smartphone yang menutupi diagram sirkuit.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Menjawab dengan Satu Ketukan Sentuhan: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Setiap pertanyaan logika/sinyal dilengkapi tombol pilihan (ChoiceChips).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Cukup 1 sentuhan pada opsi jawaban yang diinginkan (misal: 'A. 0', 'B. 1', atau 'True/False').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Tampilan Pilihan yang Dipilih (Selected Label):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Di samping nomor Blank, label status otomatis menampilkan opsi yang dipilih: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 'Selected: &lt;Jawaban Anda&gt;'.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Teks jawaban yang dipilih terlihat penuh dan jelas, tidak terpotong.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Bebas dari risiko salah ketik (typo) saat mengerjakan soal.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Pertanyaan Sub-Soal: Murni Pilihan Ganda Tanpa Kotak Teks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5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Menu End: Ringkasan Sesi &amp; Ketuntasan Belajar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Ikhtisar Akhir Capaian Praktikum Bab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Metrik Ketuntasan pada Tab End (Session Overview):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Completed (Hijau) : Jumlah soal yang berhasil tuntas 100% (target: 22 soal).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Tried (Kuning)    : Soal yang pernah dikerjakan namun belum sempurna.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Pending (Abu-abu) : Soal yang belum pernah disentuh.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Bilah Progres Total Bab 1: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Menampilkan persentase ketuntasan materi secara visual grafis (100% Selesai).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Kontrol Praktikum &amp; Akses Data: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'Continue Solving Problems': Melompat kembali ke Problems List untuk menuntaskan soal yang tersisa.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'Reset All Local Records': Mengosongkan data rekaman lokal dengan dialog pengaman jika ingin berlatih ulang dari nol.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'About PLAS': Informasi sistem akademik Funabiki Lab, Okayama University.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Kesimpulan: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Mobile VPLAS menghadirkan sarana belajar perancangan Verilog mandiri yang praktis, cepat, dan ramah sentuhan!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en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Menu End: Ringkasan Sesi Ketuntasan Belajar &amp; Kontrol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